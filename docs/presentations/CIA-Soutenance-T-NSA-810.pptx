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4572000" cy="2743200"/>
          </a:xfrm>
          <a:prstGeom prst="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B4A0"/>
                </a:solidFill>
              </a:defRPr>
            </a:pPr>
            <a:r>
              <a:t>T-NSA-810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9144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Cloud Infrastructure</a:t>
            </a:r>
            <a:br/>
            <a:r>
              <a:t>Architects (CIA)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A261"/>
                </a:solidFill>
              </a:defRPr>
            </a:pPr>
            <a:r>
              <a:t>Infrastructure hybride sécurisée · Proxmox · pfSense · IPsec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Meriem ZAHZOUH  ·  Kévin SEMERCIYAN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Epitech Master 2 NSA  ·  03/07/2026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Plan de la soutenance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~20 minutes · démo live incluse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508760"/>
            <a:ext cx="502920" cy="50292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1848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Contexte &amp; problématique du sujet</a:t>
            </a:r>
          </a:p>
        </p:txBody>
      </p:sp>
      <p:sp>
        <p:nvSpPr>
          <p:cNvPr id="10" name="Oval 9"/>
          <p:cNvSpPr/>
          <p:nvPr/>
        </p:nvSpPr>
        <p:spPr>
          <a:xfrm>
            <a:off x="6263640" y="150876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61848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Ce que nous avons réalisé — vue d'ensemble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743200"/>
            <a:ext cx="502920" cy="50292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5292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Architecture &amp; réseau (2 sites Proxmox)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274320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83464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85292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Sécurité : bastion, pare-feu, Vault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977639"/>
            <a:ext cx="502920" cy="50292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69079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87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Services : NetBox, Wazuh, Guacamole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3977639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69079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087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Automatisation IaC : Ansible &amp; Terraform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5212080"/>
            <a:ext cx="502920" cy="50292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30352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32180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Incident : kill switch &amp; reprise (DRP)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521208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30352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32180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Dépôt Git, planning &amp; démonstration live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Le sujet : qu'est-ce qu'on devait livrer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T-NSA-810 — Cloud Infrastructure Architects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474720" cy="219456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32004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🎯 Objectif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Construire une infrastructure hybride réelle : 2 sites Proxmox reliés par VPN, sécurisés, observable et reproductible par IaC.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17320"/>
            <a:ext cx="3474720" cy="219456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27048"/>
            <a:ext cx="32004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📋 Contraintes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Max 3 VMs/site · Stack open source · Aucun secret dans Git · Site web interne uniquement · Kill switch réversible.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474720" cy="2194560"/>
          </a:xfrm>
          <a:prstGeom prst="roundRect">
            <a:avLst/>
          </a:prstGeom>
          <a:solidFill>
            <a:srgbClr val="008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527048"/>
            <a:ext cx="320040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✅ Résultat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90 % d'avancement · Labo opérationnel · 29 trophées documentés · Dépôt GitHub complet.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Deux mondes à relier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Site on-prem (S1) + site distant sur Internet (S2) avec routage sécurisé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Zéro confiance périmétrique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Pare-feu des deux côtés, bastion, pas d'exposition HTTP/SSH0 directe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Tout doit être rejouable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Ansible, Terraform, configs versionnées, procédure DRP écrite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infra_spec · infra_delivery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Bilan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État au 23 juin 2026 — docs/status-2026-06-23.md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A0"/>
                </a:solidFill>
              </a:defRPr>
            </a:pPr>
            <a:r>
              <a:t>90 %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D33"/>
                </a:solidFill>
              </a:defRPr>
            </a:pPr>
            <a:r>
              <a:t>Avancement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12 phases sur 13 avancées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4173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544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A0"/>
                </a:solidFill>
              </a:defRPr>
            </a:pPr>
            <a:r>
              <a:t>15/19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D33"/>
                </a:solidFill>
              </a:defRPr>
            </a:pPr>
            <a:r>
              <a:t>Composants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231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Proxmox, VPN, NetBox, Vault…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4173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5544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A0"/>
                </a:solidFill>
              </a:defRPr>
            </a:pPr>
            <a:r>
              <a:t>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D33"/>
                </a:solidFill>
              </a:defRPr>
            </a:pPr>
            <a:r>
              <a:t>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4231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fichiers docs/ + configs/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141732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5544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B4A0"/>
                </a:solidFill>
              </a:defRPr>
            </a:pPr>
            <a:r>
              <a:t>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D33"/>
                </a:solidFill>
              </a:defRPr>
            </a:pPr>
            <a:r>
              <a:t>Trophées Epitech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4231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guide de validation complet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3017520"/>
          <a:ext cx="1115567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7498079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Composant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État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Ce qu'on a fait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Proxmox 01 &amp;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✅ 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 hyperviseurs, VMs, bridges, stockage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pfSense + CARP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✅ 100 %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 pare-feu, NAT, règles WAN/LAN documentées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VPN IPsec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✅ 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Site-à-site + client-à-site, tunnel UP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NetBox + PostgreSQL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✅ 100 %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Docker sur infraservice, sync API Ansible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✅ 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Raft, KV v2, AppRole Ansible, snapshots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Wazuh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🟡 90 %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Manager + agents, dashboards à finaliser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Terraform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🟡 70 %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init/validate/plan OK, apply en attente template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Kill Switch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🟡 30 %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Script + runbook, test chrono à faire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proj_planning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Notre parcours — les grandes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De zéro à une infra hybride démontrable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606040" cy="192024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F0–F1  Cadrage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Repo Git, README, diagramme, grille évaluation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606040" cy="192024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7276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F2–F3  Fondations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Proxmox, pfSense, segmentation réseau S1/S2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2606040" cy="192024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7276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F4  VPN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IPsec site-à-site + accès client distant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463040"/>
            <a:ext cx="2606040" cy="192024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57276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F5  Identité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AD mar2.local, DNS, Guacamole, bastion SSH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2606040" cy="192024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5876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F7–F8  Services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InfraService : NetBox, Vault, Ansible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749039"/>
            <a:ext cx="2606040" cy="192024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85876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F6  Supervision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Wazuh manager + agents sur les VMs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49039"/>
            <a:ext cx="2606040" cy="192024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85876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F9  Terraform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Provider Proxmox, plan validé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3749039"/>
            <a:ext cx="2606040" cy="192024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85876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F11  Soutenance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Doc 29 trophées, slides, démo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Répartition du travail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Qui a fait quoi dans l'équipe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57200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Meriem ZAHZOUH — Infra S2 &amp; documentation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Restructuration du dépôt pour le livrable CIA (Proxmox)</a:t>
            </a:r>
            <a:br/>
            <a:r>
              <a:t>• Déploiement site distant : VMs pfSense, bastion, client Windows</a:t>
            </a:r>
            <a:br/>
            <a:r>
              <a:t>• Site interne nginx (192.168.10.11) — accessible LAN/VPN seulement</a:t>
            </a:r>
            <a:br/>
            <a:r>
              <a:t>• Scénarios de démo : VPN, bastion, pare-feu, DNS</a:t>
            </a:r>
            <a:br/>
            <a:r>
              <a:t>• Règles pfSense S2, script kill-switch-s2.sh</a:t>
            </a:r>
            <a:br/>
            <a:r>
              <a:t>• Harmonisation doc + guide 29 trophées + grille Excel</a:t>
            </a:r>
            <a:br/>
            <a:r>
              <a:t>• Rôle Ansible bastion (déploiement nginx automatisé)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94960" cy="4572000"/>
          </a:xfrm>
          <a:prstGeom prst="roundRect">
            <a:avLst/>
          </a:prstGeom>
          <a:solidFill>
            <a:srgbClr val="008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27048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Kévin SEMERCIYAN — Services &amp; IaC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Plateforme InfraService (192.168.10.15) : Docker, NetBox, Vault</a:t>
            </a:r>
            <a:br/>
            <a:r>
              <a:t>• Wazuh : manager + agents, collecte centralisée des logs</a:t>
            </a:r>
            <a:br/>
            <a:r>
              <a:t>• Ansible Core 2.17 : playbooks, inventaire, rôles modulaires</a:t>
            </a:r>
            <a:br/>
            <a:r>
              <a:t>• Intégration Vault AppRole (lecture secrets validée)</a:t>
            </a:r>
            <a:br/>
            <a:r>
              <a:t>• Terraform : provider Proxmox, init/validate/plan</a:t>
            </a:r>
            <a:br/>
            <a:r>
              <a:t>• AD mar2.local, Guacamole, pfSense S1</a:t>
            </a:r>
            <a:br/>
            <a:r>
              <a:t>• Gantt F0–F11, status d'avancement, 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proj_subdivision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Architecture globale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Deux sites reliés par tunnel IPsec · domaine mar2.local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758952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315200" cy="50012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417320"/>
            <a:ext cx="3291840" cy="118872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5270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Site 1 — On-prem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Proxmox 02 · pfSense</a:t>
            </a:r>
            <a:br/>
            <a:r>
              <a:t>AD mar2.local · LAN .199.0/24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788920"/>
            <a:ext cx="3291840" cy="118872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8986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Site 2 — Remote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Proxmox 01 · IP publique</a:t>
            </a:r>
            <a:br/>
            <a:r>
              <a:t>pfSense CARP · LAN .10.0/24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160520"/>
            <a:ext cx="3291840" cy="1188720"/>
          </a:xfrm>
          <a:prstGeom prst="roundRect">
            <a:avLst/>
          </a:prstGeom>
          <a:solidFill>
            <a:srgbClr val="008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42702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InfraService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192.168.10.15</a:t>
            </a:r>
            <a:br/>
            <a:r>
              <a:t>NetBox · Vault · Wazuh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5532120"/>
            <a:ext cx="3291840" cy="7772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5641848"/>
            <a:ext cx="30175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VPN IPsec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S1 ↔ S2 + client distant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diagram_delivery · diagram_quality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Site 2 — ce qu'on a déployé concrètement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Proxmox-01 · IP publique 78.202.114.212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4754880"/>
                <a:gridCol w="310896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VM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IP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Ce qu'on a configuré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Preuve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pfSense VM100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WAN .102.103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LAN .10.1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Interfaces WAN/LAN, NAT 2222→bastion, règles IPsec, DNS overrides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GUI pfSense + nc port 2222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Client VM101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192.168.10.10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Poste Windows interne pour tests DNS et reachability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ping depuis bastion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Bastion VM102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192.168.10.11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Ubuntu, SSH durci, nginx + page interne, compte bastion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ssh -p 2222 + curl HTTP 200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InfraService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192.168.10.15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Docker NetBox, Vault Raft, Wazuh, Ansible, Terraform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curl :8000 et :8200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572000"/>
            <a:ext cx="11155680" cy="13716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6B35"/>
                </a:solidFill>
              </a:defRPr>
            </a:pPr>
            <a:r>
              <a:t>💡 Choix labo : services regroupés sur infraservice pour respecter la contrainte 3 VMs/site Proxmox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Évolution documentée : OpenVPN (phase 1) → IPsec (production) · ELK → Wazuh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network_spec2 · infra_delivery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VPN IPsec — notre réalisation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Tunnel site-à-site + accès client distant opérationnels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Phase 1 — OpenVPN (début de projet)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UDP 1194, réseau 10.8.0.0/24 — preuves initiales conservées dans le dépôt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Phase 2 — IPsec (état actuel)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IKEv2 sur pfSense, ports UDP 500/4500 + ESP, tunnel S1 ↔ S2 stable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Configuration réalisée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Phase 1 &amp; 2 IPsec sur les deux pfSense, PSK/certificats stockés dans Vault (hors Git)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Tests validés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ping 192.168.10.15 depuis Mac connecté · traceroute via tunnel · statut UP dans pfSense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Sécurité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Aucun accès LAN sans tunnel — kill switch = désactiver Phase 1 en &lt; 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201168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27048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Commandes de démo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ping -c 3 192.168.10.15</a:t>
            </a:r>
            <a:br/>
            <a:r>
              <a:t>traceroute 192.168.10.15</a:t>
            </a:r>
            <a:br/>
            <a:r>
              <a:t>pfSense → VPN → IPsec →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303520" cy="2286000"/>
          </a:xfrm>
          <a:prstGeom prst="roundRect">
            <a:avLst/>
          </a:prstGeom>
          <a:solidFill>
            <a:srgbClr val="008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767328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Avant → Après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AVANT : accès direct impossible</a:t>
            </a:r>
            <a:br/>
            <a:r>
              <a:t>pendant le dev local</a:t>
            </a:r>
            <a:br/>
            <a:br/>
            <a:r>
              <a:t>APRÈS : tunnel chiffré,</a:t>
            </a:r>
            <a:br/>
            <a:r>
              <a:t>routage inter-sites, admin</a:t>
            </a:r>
            <a:br/>
            <a:r>
              <a:t>à distance sécurisée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network_vpn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Pare-feu &amp; bastion — sécurité périmétrique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Moindre privilège · un seul point d'entrée SSH contrôlé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9144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560320"/>
                <a:gridCol w="109728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Commande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Résultat attendu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Statut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SSH port 22 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nc -vz 78.202.114.212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Timeout / refus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✅ Validé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SSH bastion 2222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nc -vz 78.202.114.212 2222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Connexion 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✅ Validé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HTTP 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curl -I http://78.202.114.212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✅ Validé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Site interne via VPN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curl -I http://192.168.10.11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HTTP 200 OK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✅ Validé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IPsec 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Tunnel pfSense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✅ Validé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Bastion Ubuntu VM102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Compte dédié bastion, PermitRootLogin prohibit-password, nginx site CIA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Guacamole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Accès graphique centralisé depuis LAN/VPN — sessions auditables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Documentation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configs/pfsense/site1 + site2, demo-scenarios.md § B C D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network_firewall · sec_bastion · sec_access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Plateforme InfraService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192.168.10.15 — cœur des services d'administration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520440" cy="205740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3246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NetBox :8000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IPAM/DCIM Docker</a:t>
            </a:r>
            <a:br/>
            <a:r>
              <a:t>PostgreSQL + Valkey</a:t>
            </a:r>
            <a:br/>
            <a:r>
              <a:t>Sync API Ansible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20440" cy="205740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27048"/>
            <a:ext cx="3246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Vault :8200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Raft intégré · KV v2</a:t>
            </a:r>
            <a:br/>
            <a:r>
              <a:t>AppRole Ansible</a:t>
            </a:r>
            <a:br/>
            <a:r>
              <a:t>Snapshots auto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520440" cy="2057400"/>
          </a:xfrm>
          <a:prstGeom prst="roundRect">
            <a:avLst/>
          </a:prstGeom>
          <a:solidFill>
            <a:srgbClr val="008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27048"/>
            <a:ext cx="3246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Wazuh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Manager SIEM</a:t>
            </a:r>
            <a:br/>
            <a:r>
              <a:t>Agents sur bastion</a:t>
            </a:r>
            <a:br/>
            <a:r>
              <a:t>Alertes sécurité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3520440" cy="205740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58768"/>
            <a:ext cx="3246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Ansible 2.17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Playbooks + rôles</a:t>
            </a:r>
            <a:br/>
            <a:r>
              <a:t>Inventaire structuré</a:t>
            </a:r>
            <a:br/>
            <a:r>
              <a:t>Lecture Vault 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49039"/>
            <a:ext cx="3520440" cy="205740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858768"/>
            <a:ext cx="3246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Terraform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Provider Proxmox</a:t>
            </a:r>
            <a:br/>
            <a:r>
              <a:t>terraform plan OK</a:t>
            </a:r>
            <a:br/>
            <a:r>
              <a:t>apply → template CI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749039"/>
            <a:ext cx="3520440" cy="2057400"/>
          </a:xfrm>
          <a:prstGeom prst="roundRect">
            <a:avLst/>
          </a:prstGeom>
          <a:solidFill>
            <a:srgbClr val="008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858768"/>
            <a:ext cx="3246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Guacamole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Bastion graphique</a:t>
            </a:r>
            <a:br/>
            <a:r>
              <a:t>Accès LAN/VPN</a:t>
            </a:r>
            <a:br/>
            <a:r>
              <a:t>Durcissement en cours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infra_delivery · network_ip_mngmt · sec_credentials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NetBox &amp; Vault — ce qu'on a automatisé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IPAM vivant + secrets centralisés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38912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NetBox — IPAM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Déployé en Docker Compose sur infraservice</a:t>
            </a:r>
            <a:br/>
            <a:r>
              <a:t>✓ Sites site1 / site2 et préfixes RFC1918 modélisés</a:t>
            </a:r>
            <a:br/>
            <a:r>
              <a:t>✓ Script Python sync_from_inventory.py</a:t>
            </a:r>
            <a:br/>
            <a:r>
              <a:t>✓ Playbook ansible netbox-sync.yml</a:t>
            </a:r>
            <a:br/>
            <a:r>
              <a:t>✓ Token API dans Vault (jamais dans Git)</a:t>
            </a:r>
            <a:br/>
            <a:r>
              <a:t>→ À finaliser : inventaire complet VMs/équipements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94960" cy="4389120"/>
          </a:xfrm>
          <a:prstGeom prst="roundRect">
            <a:avLst/>
          </a:prstGeom>
          <a:solidFill>
            <a:srgbClr val="008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27048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HashiCorp Vault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Installé avec stockage Raft intégré</a:t>
            </a:r>
            <a:br/>
            <a:r>
              <a:t>✓ Init, unseal, moteur KV v2 sur infra/</a:t>
            </a:r>
            <a:br/>
            <a:r>
              <a:t>✓ Policies + AppRole dédié Ansible</a:t>
            </a:r>
            <a:br/>
            <a:r>
              <a:t>✓ Collection community.hashi_vault</a:t>
            </a:r>
            <a:br/>
            <a:r>
              <a:t>✓ Lecture secret validée en labo</a:t>
            </a:r>
            <a:br/>
            <a:r>
              <a:t>✓ Sauvegardes Raft automatiques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network_ip_mngmt · sec_credentials · iac_quality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Wazuh — observabilité &amp; logs centralisés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Remplacement de la stack ELK initiale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Pourquoi Wazuh ?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Agent léger, alertes intégrées, SIEM open source adapté au labo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Ce qu'on a déployé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Manager sur infraservice, agents sur bastion et hôtes supervisés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Logs collectés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auth.log SSH, syslog système, événements sécurité, intégrité fichiers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Test validé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logger 'CIA-WAZUH-TEST' visible dans l'interface &lt; 2 minutes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Reste à faire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Dashboards finaux, alertes brute-force SSH, capture pour soutenance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029200" cy="182880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27048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Évolution projet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Phase 1 : Elastic + Kibana</a:t>
            </a:r>
            <a:br/>
            <a:r>
              <a:t>+ Filebeat sur bastion</a:t>
            </a:r>
            <a:br/>
            <a:br/>
            <a:r>
              <a:t>Phase 2 : Wazuh</a:t>
            </a:r>
            <a:br/>
            <a:r>
              <a:t>(unification alertes + logs)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74720"/>
            <a:ext cx="5029200" cy="2103120"/>
          </a:xfrm>
          <a:prstGeom prst="roundRect">
            <a:avLst/>
          </a:prstGeom>
          <a:solidFill>
            <a:srgbClr val="008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584448"/>
            <a:ext cx="47548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Trophées couverts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log_centralisation</a:t>
            </a:r>
            <a:br/>
            <a:r>
              <a:t>log_observability</a:t>
            </a:r>
            <a:br/>
            <a:r>
              <a:t>log_analysis</a:t>
            </a:r>
            <a:br/>
            <a:r>
              <a:t>log_visuals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log_*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Infrastructure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Ansible + Terraform — reproduire le labo depuis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86400" cy="4754880"/>
          </a:xfrm>
          <a:prstGeom prst="roundRect">
            <a:avLst/>
          </a:prstGeom>
          <a:solidFill>
            <a:srgbClr val="14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Ansible — configuration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Playbooks :</a:t>
            </a:r>
            <a:br/>
            <a:r>
              <a:t>  • site.yml → baseline + bastion nginx</a:t>
            </a:r>
            <a:br/>
            <a:r>
              <a:t>  • deploy-site1.yml → Docker NetBox/Elastic</a:t>
            </a:r>
            <a:br/>
            <a:r>
              <a:t>  • netbox-sync.yml → sync IPAM API</a:t>
            </a:r>
            <a:br/>
            <a:r>
              <a:t>  • deploy-observability.yml → Filebeat (legacy)</a:t>
            </a:r>
            <a:br/>
            <a:br/>
            <a:r>
              <a:t>Rôles : bastion, docker_host, netbox_stack,</a:t>
            </a:r>
            <a:br/>
            <a:r>
              <a:t>elastic_stack, filebeat, netbox_sync</a:t>
            </a:r>
            <a:br/>
            <a:br/>
            <a:r>
              <a:t>✓ Inventaire example.inventory.yml</a:t>
            </a:r>
            <a:br/>
            <a:r>
              <a:t>✓ Intégration Vault AppRole validée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03520" cy="4754880"/>
          </a:xfrm>
          <a:prstGeom prst="roundRect">
            <a:avLst/>
          </a:prstGeom>
          <a:solidFill>
            <a:srgbClr val="008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27048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Terraform — provisionnement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Provider telmate/proxmox</a:t>
            </a:r>
            <a:br/>
            <a:br/>
            <a:r>
              <a:t>✓ terraform init</a:t>
            </a:r>
            <a:br/>
            <a:r>
              <a:t>✓ terraform validate</a:t>
            </a:r>
            <a:br/>
            <a:r>
              <a:t>✓ terraform plan (API Proxmox OK)</a:t>
            </a:r>
            <a:br/>
            <a:br/>
            <a:r>
              <a:t>Module VM Cloud-Init Ubuntu</a:t>
            </a:r>
            <a:br/>
            <a:r>
              <a:t>Variables typées + tfvars.example</a:t>
            </a:r>
            <a:br/>
            <a:r>
              <a:t>État .tfstate hors Git</a:t>
            </a:r>
            <a:br/>
            <a:br/>
            <a:r>
              <a:t>⏳ Bloqué : template ubuntu-template</a:t>
            </a:r>
            <a:br/>
            <a:r>
              <a:t>→ Chaîne : TF apply → Ansible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iac_delivery · iac_quality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Kill switch &amp; reprise après sinistre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Couper vite · revenir en arrière · reconstruire dans l'ordre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858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Kill switch réalisé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Script scripts/kill-switch-s2.sh + procédure drp-runbook.md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Action de coupure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Désactiver tunnel IPsec Phase 1 sur pfSense S2 → ping LAN échoue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Rollback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Réactiver tunnel + Apply → ping OK en &lt; 10 minutes (objectif soutenance)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DRP — ordre reconstruction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Proxmox → réseau → pfSense → VPN → Vault → NetBox → Wazuh → bastion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Sauvegardes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Vault Raft snapshots OK · NetBox/PostgreSQL à industrialiser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Évolution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API Kill Switch + déclenchement depuis alertes Wazuh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17320"/>
            <a:ext cx="3931920" cy="4754880"/>
          </a:xfrm>
          <a:prstGeom prst="round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527048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Checklist post-rebuild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☐ Tunnel IPsec UP</a:t>
            </a:r>
            <a:br/>
            <a:r>
              <a:t>☐ DNS mar2.local OK</a:t>
            </a:r>
            <a:br/>
            <a:r>
              <a:t>☐ NetBox accessible</a:t>
            </a:r>
            <a:br/>
            <a:r>
              <a:t>☐ Vault unsealed</a:t>
            </a:r>
            <a:br/>
            <a:r>
              <a:t>☐ Agents Wazuh actifs</a:t>
            </a:r>
            <a:br/>
            <a:r>
              <a:t>☐ Site interne non exposé</a:t>
            </a:r>
            <a:br/>
            <a:r>
              <a:t>☐ SSH via bastion :2222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incident_killswitch · incident_recovery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Dépôt GitHub &amp;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github.com/Meriem1403/T-NSA-810---CIA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704088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Dossier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Contenu livré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Fichiers clés</a:t>
                      </a:r>
                    </a:p>
                  </a:txBody>
                  <a:tcPr>
                    <a:solidFill>
                      <a:srgbClr val="0B1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docs/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25+ guides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architecture, trophees-validation, demo-scenarios, gantt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configs/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Réseau &amp; 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pfsense/, dns/, netbox/, wazuh/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iac/ansible/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Automatisation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 playbooks, 8 rôles, inventaire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iac/terraform/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Provisionnement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main.tf, variables, provider Proxmox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apps/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Site interne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internal-site/index.html + nginx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scripts/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Outils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kill-switch-s2.sh, generate_presentation.py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Workflow Git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Branches feature/ + PR avec tests manuels · commits conventionnels · .gitignore strict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29 trophées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docs/trophees-validation.md — chaque trophée mappé vers un livrable et une preuve</a:t>
            </a:r>
          </a:p>
          <a:p>
            <a:pPr>
              <a:spcAft>
                <a:spcPts val="200"/>
              </a:spcAft>
              <a:defRPr sz="1400" b="1">
                <a:solidFill>
                  <a:srgbClr val="0B1D33"/>
                </a:solidFill>
              </a:defRPr>
            </a:pPr>
            <a:r>
              <a:t>▸  Legacy archivé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   Flux/Kubernetes sous legacy/flux-bootstrap/ — hors périmètre sujet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repo_practices · repo_doc · repo_content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91695" cy="1234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Démonstration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B4A0"/>
                </a:solidFill>
              </a:defRPr>
            </a:pPr>
            <a:r>
              <a:t>Commandes à exécuter pendant la 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320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A0"/>
                </a:solidFill>
              </a:defRPr>
            </a:pPr>
            <a:r>
              <a:t>1. VPN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B1D33"/>
                </a:solidFill>
                <a:latin typeface="Courier New"/>
              </a:defRPr>
            </a:pPr>
            <a:r>
              <a:t>ping -c 2 192.168.10.15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A0"/>
                </a:solidFill>
              </a:defRPr>
            </a:pPr>
            <a:r>
              <a:t>2. Site interne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B1D33"/>
                </a:solidFill>
                <a:latin typeface="Courier New"/>
              </a:defRPr>
            </a:pPr>
            <a:r>
              <a:t>curl -I http://192.168.10.11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A0"/>
                </a:solidFill>
              </a:defRPr>
            </a:pPr>
            <a:r>
              <a:t>3. Bastion SSH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B1D33"/>
                </a:solidFill>
                <a:latin typeface="Courier New"/>
              </a:defRPr>
            </a:pPr>
            <a:r>
              <a:t>ssh -p 2222 bastion@78.202.114.212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65176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A0"/>
                </a:solidFill>
              </a:defRPr>
            </a:pPr>
            <a:r>
              <a:t>4. Pare-feu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6324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B1D33"/>
                </a:solidFill>
                <a:latin typeface="Courier New"/>
              </a:defRPr>
            </a:pPr>
            <a:r>
              <a:t>nc -vz 78.202.114.212 22  # KO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8620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77639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A0"/>
                </a:solidFill>
              </a:defRPr>
            </a:pPr>
            <a:r>
              <a:t>5. DNS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B1D33"/>
                </a:solidFill>
                <a:latin typeface="Courier New"/>
              </a:defRPr>
            </a:pPr>
            <a:r>
              <a:t>nslookup client1.site2.local 192.168.10.1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8620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77639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A0"/>
                </a:solidFill>
              </a:defRPr>
            </a:pPr>
            <a:r>
              <a:t>6. NetBox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9768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B1D33"/>
                </a:solidFill>
                <a:latin typeface="Courier New"/>
              </a:defRPr>
            </a:pPr>
            <a:r>
              <a:t>curl -I http://192.168.10.15:8000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2064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A0"/>
                </a:solidFill>
              </a:defRPr>
            </a:pPr>
            <a:r>
              <a:t>7. Logs Wazuh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3212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B1D33"/>
                </a:solidFill>
                <a:latin typeface="Courier New"/>
              </a:defRPr>
            </a:pPr>
            <a:r>
              <a:t>logger 'CIA-SOUTENANCE-TEST'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12064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212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B4A0"/>
                </a:solidFill>
              </a:defRPr>
            </a:pPr>
            <a:r>
              <a:t>8. IaC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53212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B1D33"/>
                </a:solidFill>
                <a:latin typeface="Courier New"/>
              </a:defRPr>
            </a:pPr>
            <a:r>
              <a:t>cd iac/terraform &amp;&amp; terraform plan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6510528"/>
            <a:ext cx="12191695" cy="182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T-NSA-810 · CIA · Meriem ZAHZOUH &amp; Kévin SEMERCIYAN  ·  proj_presentation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Ce qu'on retient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3291840"/>
            <a:ext cx="182880" cy="18288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Infrastructure hybride réelle et démontrable à 90 %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977639"/>
            <a:ext cx="182880" cy="18288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Sécurité : IPsec, double pfSense, bastion, Vault, Wazuh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663440"/>
            <a:ext cx="182880" cy="18288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617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Tout est documenté, versionné et rejouable (IaC + DRP)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5349240"/>
            <a:ext cx="182880" cy="18288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303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Prochaines étapes : terraform apply, HTTPS, kill switch chrono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4A261"/>
                </a:solidFill>
              </a:defRPr>
            </a:pPr>
            <a: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